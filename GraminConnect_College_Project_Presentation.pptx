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10360152" cy="5394960"/>
          </a:xfrm>
          <a:prstGeom prst="roundRect">
            <a:avLst/>
          </a:prstGeom>
          <a:solidFill>
            <a:srgbClr val="073632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914400"/>
            <a:ext cx="9445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</a:rPr>
              <a:t>PROJECT PRESENTATION &amp; VIVA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128016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DE047"/>
                </a:solidFill>
              </a:rPr>
              <a:t>🌱 GRAMINCONNECT (ग्रामीण कनेक्ट)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Design &amp; Implementation of a Micro-Frontend Digital Agriculture &amp; Rural Marketplace Platform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2926080"/>
            <a:ext cx="9445752" cy="2743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310896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E047"/>
                </a:solidFill>
              </a:rPr>
              <a:t>👨‍🎓 Candidate Details: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Student Name: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Yogesh Sirohiya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Semester / Branch: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 Semester, Information &amp; Digital Technology (IDT)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Project Category: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Full-Stack Web Engineering &amp; Distributed Systems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3108960"/>
            <a:ext cx="4389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E047"/>
                </a:solidFill>
              </a:rPr>
              <a:t>🛠️ Implementation Tech Stack: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Architecture: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Webpack 5 Module Federation Micro-Frontends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Backend API: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Node.js Express REST (MVC Pattern)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Database: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MySQL 8.0 Workbench (Normalized Schema)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Real Govt API: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data.gov.in (National Agmarknet Live Feed)
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F6E4"/>
                </a:solidFill>
              </a:rPr>
              <a:t>B.TECH / IDT PROJECT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Motivation: Why Was GraminConnect Needed?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GraminConnect: Digital Agriculture Platform • Engineering Implementation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583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1 / 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10725912" cy="8229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7160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🎯 Ground Reality: Over 65% of rural Indian farmers struggle with three critical structural bottlenecks: Middlemen exploitation in Mandis, lack of real-time disease diagnosis, and unaffordable farm machinery.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286000"/>
            <a:ext cx="2514600" cy="548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01. Mandi Rate Asymmetry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2148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Farmers sell produce at local villages without knowing official APMC rates. Middlemen take 15-25% undue commission margin.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28600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286000"/>
            <a:ext cx="2514600" cy="548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02. Delayed Disease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3017520"/>
            <a:ext cx="2148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Lack of timely agronomic advice causes 30-40% harvest loss due to fungal, viral, or pest attacks before reaching KVK scientists.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28600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286000"/>
            <a:ext cx="2514600" cy="548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03. High Machinery CapEx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017520"/>
            <a:ext cx="2148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Small farmers cannot invest ₹8-10 Lakhs in tractors and laser levelers, leading to inefficient manual farming and lower yields.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1120" y="228600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0" y="2286000"/>
            <a:ext cx="2514600" cy="548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04. Digital &amp; Literacy Barrier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0" y="3017520"/>
            <a:ext cx="2148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Most existing government portals are complex, text-heavy, not mobile-responsive, and completely unsuited for rural field conditions.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F6E4"/>
                </a:solidFill>
              </a:rPr>
              <a:t>B.TECH / IDT PROJECT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Architecture: How The Project Was Built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GraminConnect: Digital Agriculture Platform • Engineering Implementation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583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2 / 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1. Host Application Shell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(Port 3000)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Webpack 5 Host Shell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Schemes Portal with direct official links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Kisan AI Crop Doctor &amp; Prescription Engine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Crop Matchmaker 4-step wizard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Kisan Bazar &amp; Tractor Rental Views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Role-based Farmer/Trader AuthModal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Zustand Global State Store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554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2. Remote Dashboard Module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(Port 3001 - Micro-Frontend)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19456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Webpack 5 Module Federation (`dashboard/Dashboard`)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23+ Live Mandi Commodity Cards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7-Day SVG Sparkline Trend Curves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Voice Search ("बोलकर खोजें") via Web Speech 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1-Click WhatsApp Community Sharing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Smart Production &amp; Profit Estimator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1-Click Printable PDF / Estimate Export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554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3. Backend REST API &amp; DB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(Port 5000)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219456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Node.js &amp; Express REST API (MVC Pattern)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Official `data.gov.in` Agmarknet Integration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15-min In-Memory TTL Cache &amp; Fallback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OWASP Security: Helmet.js &amp; Rate Limiter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MySQL 8.0 Workbench Relational DB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Separate `farmers` and `traders` tables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Dual-Engine fallback to in-memory store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F6E4"/>
                </a:solidFill>
              </a:rPr>
              <a:t>B.TECH / IDT PROJECT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Engineering Challenges Faced During Development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GraminConnect: Digital Agriculture Platform • Engineering Implementation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583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3 / 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5239512" cy="2194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087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CHALLENGE 1 (EXTERNAL API BOTTLENECK)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</a:rPr>
              <a:t>⚠️ Govt API Rate Limiting (HTTP 429) &amp; Latency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The official Government Agmarknet API (data.gov.in) experiences frequent downtime, network latency (&gt;3 seconds), and strict rate-limiting (HTTP 429 Too Many Requests), causing frontend UI freeze.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239512" cy="2194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5087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CHALLENGE 2 (MICRO-FRONTEND ORCHESTRATION)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</a:rPr>
              <a:t>⚠️ CORS &amp; Module Federation Dependency Clashes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Running Host Shell on Port 3000 and Remote Dashboard on Port 3001 caused Cross-Origin Resource Sharing (CORS) errors, duplicated React instances, and state desynchronization across federated remotes.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5239512" cy="2194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7764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CHALLENGE 3 (DATABASE NORMALIZATION CONFLICT)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251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</a:rPr>
              <a:t>⚠️ Single Users Table Violating 3NF Normalization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6634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Initially, combining Farmers and Traders into a single `users` table created sparse null columns because farmers have land/khasra attributes while traders possess GST/APMC license attributes.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840480"/>
            <a:ext cx="5239512" cy="2194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97764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CHALLENGE 4 (FIELD USABILITY &amp; ACCESSIBILITY)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4251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</a:rPr>
              <a:t>⚠️ Illiteracy &amp; Harsh Outdoor Sunlight In Khet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46634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Farmers working under bright sunlight could not read low-contrast UI screens, and typing complex Hindi commodity names on mobile keyboards was a major barrier for semi-literate users.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F6E4"/>
                </a:solidFill>
              </a:rPr>
              <a:t>B.TECH / IDT PROJECT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Engineering Solutions: How We Solved The Challenges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GraminConnect: Digital Agriculture Platform • Engineering Implementation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583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4 / 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5239512" cy="2194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087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SOLUTION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</a:rPr>
              <a:t>✅ 15-Min TTL In-Memory Cache + Fallback Engine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Engineered a caching proxy layer in `agmarknetGovService.js` with 15-minute Time-To-Live (TTL). Reduced API calls by 95%, cut response latency from 3000ms to &lt;30ms, and added auto-fallback to benchmark data.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239512" cy="2194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5087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SOLUTION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</a:rPr>
              <a:t>✅ Webpack 5 Shared Singletons &amp; Dynamic CORS Proxy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Configured `singleton: true, requiredVersion: "^19.2.8"` for React and ReactDOM in `webpack.config.js` to ensure single shared instance. Added dynamic Express CORS middleware allowing all origins with credentials.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5239512" cy="2194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7764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SOLUTION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251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</a:rPr>
              <a:t>✅ Schema Partitioning: Dedicated Farmers &amp; Traders Tables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6634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Refactored database schema into two specialized tables: `farmers` (storing land area, khasra, village) and `traders` (storing firm name, mandi license, GSTIN). Restored 3NF relational integrity.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840480"/>
            <a:ext cx="5239512" cy="2194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97764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SOLUTION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4251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</a:rPr>
              <a:t>✅ Web Speech API Voice Search + Sunlight Contrast Mode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46634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Integrated browser-native `SpeechRecognition` in Hindi &amp; English for hands-free voice search. Implemented 1-click High-Contrast Sunlight Mode with enhanced brightness &amp; dark borders for outdoor field use.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F6E4"/>
                </a:solidFill>
              </a:rPr>
              <a:t>B.TECH / IDT PROJECT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Functional Modules of GraminConnect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GraminConnect: Digital Agriculture Platform • Engineering Implementation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583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5 / 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🌾 Mandi Hub &amp; Sparklines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23+ Real-time Mandi rates with 7-day SVG trajectory curves, 1-click WhatsApp share &amp; voice search.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37160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5544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🩺 Kisan AI Crop Doctor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201168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Diagnoses 50+ crop diseases with Chemical &amp; Organic remedies and Hindi voice speech output.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37160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5544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🌱 Crop Matchmaker Wizard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0" y="201168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Multi-factor plot scoring (Season, Soil, Water, Budget) ranking Top 3 optimal crops for maximum ROI.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233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🛒 Kisan Bazar (Direct Sale)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448056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Commission-free crop listing with direct 1-tap Phone Call and WhatsApp Buyer connection.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384048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0233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🚜 Machinery Rental Hub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0" y="448056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Tractor, Harvester &amp; Laser Leveler sharing with transparent Hourly and Per-Bigha rental rates.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0" y="384048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40233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🏛️ Govt Schemes Portal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0" y="448056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Direct 1-click application form links to PM-Kisan, PMFBY Insurance, PM-Kusum Solar, and Tarbandi.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F6E4"/>
                </a:solidFill>
              </a:rPr>
              <a:t>B.TECH / IDT PROJECT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Relational Database Design (MySQL Workbench)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GraminConnect: Digital Agriculture Platform • Engineering Implementation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583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6 / 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🌾 Table: `farmers` (किसान खाता)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4E48"/>
                </a:solidFill>
              </a:rPr>
              <a:t>Column Name	Data Type	Key / Constraints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id	INT	PRIMARY KEY (AUTO_INC)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name	VARCHAR(100)	NOT NULL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phone	VARCHAR(20)	UNIQUE, NOT NULL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password_hash	VARCHAR(255)	NOT NULL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village	VARCHAR(100)	NOT NULL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district	VARCHAR(100)	DEFAULT "Jaipur"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land_area_bigha	DECIMAL(6,2)	DEFAULT 2.00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khasra_no	VARCHAR(50)	Land Revenue Khasra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created_at	TIMESTAMP	DEFAULT CURRENT_TIME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🏢 Table: `traders` &amp; `marketplace_listings`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</a:rPr>
              <a:t>Traders Table Columns: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id (PK), name, phone (UNIQUE), password_hash
• firm_name, mandi_name, mandi_license_no, gst_no
</a:t>
            </a:r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Marketplace Listings Table Columns: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id (PK), farmer_name, crop, variety
• quantity_quintals, expected_price_per_q
• village, district, phone, description, status
</a:t>
            </a:r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Equipment Rentals Table Columns: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id (PK), owner_name, equipment_type, category
• rate_per_hour, rate_per_bigha, village, phone
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F6E4"/>
                </a:solidFill>
              </a:rPr>
              <a:t>B.TECH / IDT PROJECT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Real-World Impact: How GraminConnect Helps Farmers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GraminConnect: Digital Agriculture Platform • Engineering Implementation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583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7 / 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2514600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54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DE047"/>
                </a:solidFill>
              </a:rPr>
              <a:t>+15% to 20%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Higher Price Realization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2148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Direct Kisan Bazar selling eliminates traditional mandi middlemen, passing full profit to the farmer.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146304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463040"/>
            <a:ext cx="2514600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554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DE047"/>
                </a:solidFill>
              </a:rPr>
              <a:t>30% Crop Saved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74720" y="2011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Crop Loss Mitigation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743200"/>
            <a:ext cx="2148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Kisan AI Doctor identifies fungal and pest attacks early with exact chemical dosages and desi remedies.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463040"/>
            <a:ext cx="2514600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554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DE047"/>
                </a:solidFill>
              </a:rPr>
              <a:t>₹8 Lakhs Saved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7920" y="2011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 Machinery CapEx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743200"/>
            <a:ext cx="2148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Small farmers can rent modern tractors, combine harvesters, and laser levelers per hour/bigha.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61120" y="146304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0" y="1463040"/>
            <a:ext cx="2514600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0" y="1554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DE047"/>
                </a:solidFill>
              </a:rPr>
              <a:t>100% Transparency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961120" y="2011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Official Govt Subsidies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0" y="2743200"/>
            <a:ext cx="2148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Direct links ensure farmers apply on authentic portals (PM-Kisan, PMFBY) without getting scammed by cyber cafes.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F6E4"/>
                </a:solidFill>
              </a:rPr>
              <a:t>B.TECH / IDT PROJECT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Testing, Verification &amp; Security Validations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GraminConnect: Digital Agriculture Platform • Engineering Implementation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583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8 / 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52395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</a:rPr>
              <a:t>⚡ API Latency &amp; Caching Test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Verified `GET /api/data/market` with Postman/PowerShell. Initial Govt fetch took 2.8s; subsequent cached responses served in &lt;25ms with `isLiveGov: true` badge.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2395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</a:rPr>
              <a:t>🔒 OWASP Security &amp; JWT Authentication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20116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Configured HTTP-Only cookies, Helmet.js header protection, SQL parameterization (`?`), and Express rate limiting (300 requests/15 mins per IP).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52395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23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</a:rPr>
              <a:t>📱 100% Mobile Responsive Viewport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44805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Tested across Desktop (1920x1080), Tablet (768px) and Mobile (375px). Converted all grids to `clamp()` and touch horizontal scrolling.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52395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023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</a:rPr>
              <a:t>🛡️ Dual-Engine Failover Test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0" y="44805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Simulated MySQL server offline state. Backend automatically fell back to High-Speed In-Memory Mock Store with 0 downtime for live demonstrations.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F6E4"/>
                </a:solidFill>
              </a:rPr>
              <a:t>B.TECH / IDT PROJECT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Scope &amp; Academic Extensions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GraminConnect: Digital Agriculture Platform • Engineering Implementation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583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9 / 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10725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71600"/>
            <a:ext cx="1005840" cy="10972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37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150876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E48"/>
                </a:solidFill>
              </a:rPr>
              <a:t>Computer Vision Leaf Disease Scanner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920240" y="182880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Deploying a Convolutional Neural Network (CNN) deep-learning model for instant crop disease classification via smartphone camera leaf photo.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10725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606040"/>
            <a:ext cx="1005840" cy="10972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274320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E48"/>
                </a:solidFill>
              </a:rPr>
              <a:t>UPI Escrow Payment Gateway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920240" y="306324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Integrating RBI-compliant Escrow payment system holding buyer token money until crop physical delivery and quality verification.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10725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840480"/>
            <a:ext cx="1005840" cy="10972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06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397764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E48"/>
                </a:solidFill>
              </a:rPr>
              <a:t>Satellite NDVI &amp; Soil Radar Scan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920240" y="429768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Integrating ISRO Bhuvan / Sentinel-2 radar data for automated regional soil moisture, vegetation index (NDVI), and drought alerts.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" y="5074920"/>
            <a:ext cx="10725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074920"/>
            <a:ext cx="1005840" cy="10972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440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20240" y="521208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E48"/>
                </a:solidFill>
              </a:rPr>
              <a:t>Multi-Lingual Dialect Expansion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920240" y="553212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Voice model extension for local dialects including Marwari, Bhojpuri, Gujarati, and Punjabi for pan-India rural reach.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4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10360152" cy="5303520"/>
          </a:xfrm>
          <a:prstGeom prst="roundRect">
            <a:avLst/>
          </a:prstGeom>
          <a:solidFill>
            <a:srgbClr val="073632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00584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🎓 PROJECT CONCLUSION &amp; VIVA Q&amp;A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645920" y="1463040"/>
            <a:ext cx="8897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GraminConnect successfully bridges the rural digital divide by combining Micro-Frontend Webpack 5 architecture, Real Government Agmarknet APIs, AI agronomics, and a commission-free local marketplace.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71600" y="2377440"/>
            <a:ext cx="9445752" cy="338328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256032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E047"/>
                </a:solidFill>
              </a:rPr>
              <a:t>🏆 Key Technical Achievements: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100% Micro-Frontend Decoupled Architecture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Real Govt API Integration with 15-min Caching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3NF Normalized MySQL Relational Schema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Web Speech API Voice Search &amp; Text-to-Speech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100% Mobile Responsive &amp; Field-Ready PWA
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2560320"/>
            <a:ext cx="43891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E047"/>
                </a:solidFill>
              </a:rPr>
              <a:t>📂 Open-Source GitHub Repository: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https://github.com/yogeshsirohiya62-ux/GraminConnect
</a:t>
            </a:r>
            <a:pPr indent="0" marL="0">
              <a:buNone/>
            </a:pPr>
            <a:r>
              <a:rPr lang="en-US" sz="1300" b="1" dirty="0">
                <a:solidFill>
                  <a:srgbClr val="FDE047"/>
                </a:solidFill>
              </a:rPr>
              <a:t>💬 Ready for Faculty &amp; Evaluator Questions: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Thank you for your valuable time and mentorship.
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11</Slides>
	<Notes>11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11</vt:i4></vt:variant>
		</vt:vector>
	</HeadingPairs>
	<TitlesOfParts>
		<vt:vector size="14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
		</vt:vector>
	</TitlesOfParts>
	<Company>Department of Information & Digital Technology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GraminConnect - College Project Presentation (IDT)</dc:title>
  <dc:subject>PptxGenJS Presentation</dc:subject>
  <dc:creator>Yogesh Sirohiya</dc:creator>
  <cp:lastModifiedBy>Yogesh Sirohiya</cp:lastModifiedBy>
  <cp:revision>1</cp:revision>
  <dcterms:created xsi:type="dcterms:W3CDTF">2026-08-24T14:35:47Z</dcterms:created>
  <dcterms:modified xsi:type="dcterms:W3CDTF">2026-08-24T14:35:47Z</dcterms:modified>
</cp:coreProperties>
</file>