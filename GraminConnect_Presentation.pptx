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10360152" cy="5303520"/>
          </a:xfrm>
          <a:prstGeom prst="roundRect">
            <a:avLst/>
          </a:prstGeom>
          <a:solidFill>
            <a:srgbClr val="09484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18872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🌱 GRAMINCONNECT (ग्रामीण कनेक्ट)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9202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Full-Scale Digital Agriculture &amp; Rural Commercial Ecosystem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F6E4"/>
                </a:solidFill>
              </a:rPr>
              <a:t>🌾 Live Agmarknet Govt API (data.gov.in)  •  🩺 AI Crop Doctor  •  🛒 Kisan Direct Marketplace  •  🚜 Machinery Rentals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9445752" cy="16459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840480"/>
            <a:ext cx="8869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Presented By: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Yogesh Sirohiya &amp; Team
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Project Domain: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Information &amp; Digital Technology (IDT) / Agri-Tech Solutions
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Architecture: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Webpack 5 Micro-Frontends + Node.js Express REST + MySQL Workbench Relational DB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 &amp; Challenges in Rural Agriculture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</a:rPr>
              <a:t>1. Information Asymmetry &amp; Mandi Middlemen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Farmers lack real-time APMC Mandi rates, resulting in 15-20% price deduction by local middlemen/aadhatiyas.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Heavy commission fees eat into farmers' net earnings.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Lack of price transparency across neighboring districts.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554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2. Crop Diseases &amp; Agronomic Guidance Gap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19456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Delayed pest/fungal disease diagnosis leads to 30-40% harvest loss.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Incorrect fertilizer dosages damage soil health and spike input costs.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Agricultural scientists (KVKs) are geographically inaccessible to remote villages.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554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3. Heavy Machinery Costs &amp; Subsidy Illiteracy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Small/marginal farmers cannot afford tractors, laser levelers or combine harvesters (CapEx &gt; ₹8 Lakhs).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Complex government subsidy portals cause missed deadlines for PM-Kisan &amp; Kusum Solar schemes.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Solution: GraminConnect Unified Ecosystem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10725912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🎯 Vision: A zero-middlemen, voice-enabled, hyper-local digital rural platform connecting Farmers, Traders, Machinery Owners, and Government Subsidies seamlessly.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341071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146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🌾 Live Mandi Rates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3044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Real-time prices from data.gov.in (Agmarknet) with 7-day SVG sparkline trend graphs &amp; voice search.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341071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5146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🩺 Kisan AI Crop Doctor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44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Instant disease diagnosis, chemical/organic treatment, dosage calculation, and Hindi audio narration.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2377440"/>
            <a:ext cx="341071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5146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🛒 Kisan Bazar (Direct Sale)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926080"/>
            <a:ext cx="3044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Direct farmer-to-buyer crop listing with 1-click WhatsApp and phone calls without commission.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341071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5262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🚜 Machinery Rental Hub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937760"/>
            <a:ext cx="3044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Uber-like tractor, harvester &amp; laser leveler rental sharing on hourly and per-Bigha rates.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89120" y="4389120"/>
            <a:ext cx="341071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5262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🏛️ Welfare Schemes Portal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4937760"/>
            <a:ext cx="3044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Direct 1-click redirection to official PM-KISAN, PMFBY, Kusum Solar, and Tarbandi portals.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4389120"/>
            <a:ext cx="341071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5262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☀️ Field-Ready Accessibility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937760"/>
            <a:ext cx="3044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Outdoor High-Contrast Sunlight Mode, Web Speech Voice Search &amp; 24/7 Helpline Dialer.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 &amp; Micro-Frontend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💻 Micro-Frontend Presentation Layer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4754880" cy="17373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5E59"/>
                </a:solidFill>
              </a:rPr>
              <a:t>Host Shell Application (Port 3000)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Schemes Portal, Kisan AI Doctor, Crop Matchmaker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Kisan Bazar (Direct Marketplace), Tractor Rentals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AuthModal (Farmer &amp; Trader separate logins)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Zustand Global State Store &amp; PWA Service Worker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4754880" cy="1920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023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Federated Remote Dashboard (Port 3001)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Webpack 5 Module Federation (`dashboard/Dashboard`)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23+ Live Mandi Commodities &amp; 7-Day SVG Sparklines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Voice Search (Web Speech API) &amp; WhatsApp Share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Crop Production &amp; Profit Estimator (Printable PDF)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⚙️ Backend &amp; Relational Database Layer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2011680"/>
            <a:ext cx="475488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Node.js &amp; Express REST API (Port 5000)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4688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Live Govt API Client: `data.gov.in` (Agmarknet 15-min TTL)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Algorithmic Engines: Crop Doctor &amp; Matchmaker Scoring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Security: JWT Tokens, Helmet.js, Express Rate Limiting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MVC Architecture &amp; Parameterized SQL queries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4023360"/>
            <a:ext cx="4754880" cy="1828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114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MySQL Database &amp; In-Memory Fallback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48056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Dual-Engine: MySQL 8.0 Connection Pool + In-Memory 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Tables: `farmers`, `traders`, `marketplace_listings`,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  `equipment_rentals`, `market_commodities`, `schemes`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3NF Normalization &amp; Foreign Key Relational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Official Govt Agmarknet Mandi Integration (data.gov.in)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10725912" cy="12801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🏛️ Official Data Partner: Open Government Data (OGD) Platform India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Ministry of Agriculture and Farmers Welfare • Directorate of Marketing &amp; Inspection (DMI)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Resource Dataset: Daily Price and Arrival of Agricultural Commodities in National APMC Mandis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341071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⚡ 15-Minute Smart In-Memory TTL Cache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30449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Prevents government server rate-limiting (HTTP 429) while guaranteeing sub-50ms query latency for end-user farmers.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834640"/>
            <a:ext cx="341071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0175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📈 7-Day SVG Sparklines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657600"/>
            <a:ext cx="30449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Visual price trend curve embedded on all 23 crop cards so farmers can see whether prices are rising or dropping at a glance.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834640"/>
            <a:ext cx="341071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0175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🛡️ Graceful High-Accuracy Fallback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3657600"/>
            <a:ext cx="30449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If the government server undergoes maintenance, the backend automatically serves verified state APMC benchmarks without downtime.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Agronomic Diagnosis &amp; Smart Crop Matchmaker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🩺 Kisan AI Crop Doctor &amp; Diagnosis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Natural Language Agronomic Engine diagnosing 50+ crop diseases, pests (Aphids, Pod Borers, Termites) and deficiencies.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Dual Prescriptions: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   - Chemical Treatment (with dilution ratio e.g. Mancozeb 2.5g/L)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   - Organic / Desi Remedy (Neem oil, Jeevamrit)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Spray Timing &amp; Precautions: Temperature &amp; humidity advisory.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🔊 Hindi Voice Synthesis (Web Speech API): Reads out full treatment in voice for illiterate farmers.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🌱 Smart Crop Matchmaker Wizard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Multi-Factor Scoring Algorithm ranking Top 3 optimal crops for any specific agricultural plot.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Field Evaluation Matrix: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   1. Season (30%): Kharif, Rabi, Zaid compatibility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   2. Soil Adaptability (25%): Loamy, Sandy, Clay, Red soil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   3. Irrigation Availability (25%): Full, Semi, Rainfed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   4. Budget &amp; District Viability (20%): ROI / Bigha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Returns match score percentage, required irrigations, and detailed Hindi justification.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Kisan Bazar (Direct Marketplace) &amp; Machinery Rental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🛒 Kisan Direct Marketplace (किसान बाजार)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Eliminates Middlemen: Farmers list available harvest directly with quantity (Quintals), variety, rate &amp; photos.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Direct Buyer Connect: Millers &amp; traders can directly tap "📞 Call Farmer" or "💬 WhatsApp Seller".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Real-Time MySQL Persistence: Stored in `marketplace_listings` table for full auditability.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Multi-District Filter: Filter by Wheat, Mustard, Jeera, Garlic, etc.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🚜 Machinery &amp; Tractor Rental (Uber for Tractors)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Asset Sharing Economy: Farmers with machinery list tractors, combine harvesters, laser levelers, and seed drills for rent.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Dual Pricing Models: Transparent hourly rates (₹/Hour) and per-Bigha rates (₹/Bigha).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Saves Capital Expenditure: Small farmers save ₹5-8 Lakhs in machinery purchase while tractor owners earn passive income.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Instant Booking Call: Direct 1-tap phone booking.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Database Design: Farmers &amp; Traders Separation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🌾 Table: `farmers` (किसान टेबल)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5E59"/>
                </a:solidFill>
              </a:rPr>
              <a:t>Field Name	Data Type	Description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id	INT (PK)	Auto-increment ID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name	VARCHAR(100)	Farmer Full Name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phone	VARCHAR(20)	Unique Mobile No.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password_hash	VARCHAR(255)	Secure Password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village	VARCHAR(100)	Gram / Village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district	VARCHAR(100)	District (Jaipur, etc.)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land_area_bigha	DECIMAL(6,2)	Land Holding in Bigha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khasra_no	VARCHAR(50)	Land Revenue Khasra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created_at	TIMESTAMP	Registration Date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🏢 Table: `traders` (व्यापारी/आढ़ती टेबल)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Field Name	Data Type	Description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id	INT (PK)	Auto-increment ID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name	VARCHAR(100)	Proprietor Name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phone	VARCHAR(20)	Unique Mobile No.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password_hash	VARCHAR(255)	Secure Password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firm_name	VARCHAR(150)	Business/Agency Name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mandi_name	VARCHAR(100)	APMC Mandi Operating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mandi_license_no	VARCHAR(50)	Official APMC License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gst_no	VARCHAR(50)	GSTIN Number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district	VARCHAR(100)	Mandi District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created_at	TIMESTAMP	Registration Date
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Rural Usability, Voice &amp; Inclusive Accessibility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41071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🎙️ Voice Search ("बोलकर खोजें")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Integrated Web Speech API allowing farmers to speak in Hindi or English (e.g., "सरसों का भाव") to filter mandi prices without typing.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41071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002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☀️ High-Contrast Sunlight Mode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1-click outdoor visibility toggle that adapts contrast and fonts so the screen is easily readable in direct open field sunlight.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41071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002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📱 Progressive Web App (Offline Mode)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01168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Service Worker and Manifest.json caching static assets and mandi rates (Cache-First) for villages with spotty cellular reception.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341071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776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📄 1-Click Printable Estimate PDF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Generates bank-ready crop production &amp; net profit estimate sheets formatted for Kisan Credit Card (KCC) loan verification.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840480"/>
            <a:ext cx="341071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9776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💬 1-Click WhatsApp Sharing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3891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Instant forward buttons formatting today's mandi rates and remedies directly to village community WhatsApp groups.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840480"/>
            <a:ext cx="341071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9776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🚨 24x7 Emergency Kisan Helpline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3891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Floating speed-dialer linking directly to Toll-Free Kisan Call Center (1800-180-1551) and Rajasthan Krishi Control Room.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Competitive Matrix: GraminConnect vs Existing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725912" cy="475488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2286000"/>
                <a:gridCol w="313639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 / Capability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Govt e-NAM Portal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Private Agri Apps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GraminConnect (Our App)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Live Agmarknet Mandi API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Yes (Raw tables)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Static / Delayed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</a:rPr>
                        <a:t>Yes (Live + 7-Day Sparklines)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FD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Voice Search (बोलकर खोजें)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Rarely Available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</a:rPr>
                        <a:t>Yes (Web Speech API)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FD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AI Crop Doctor (Hindi Audio)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Paid / Text Only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</a:rPr>
                        <a:t>Yes (Instant + Voice Playback)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FD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Direct Farmer-to-Buyer Market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Complex Bidding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High Commission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</a:rPr>
                        <a:t>Yes (100% Free + 1-Click WhatsApp)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FD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Tractor &amp; Machinery Rental Hub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Separate Service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</a:rPr>
                        <a:t>Yes (Integrated Uber-like Hub)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FD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Outdoor Sunlight Contrast Mode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</a:rPr>
                        <a:t>Yes (High-Contrast 1-Click Toggle)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FD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Architecture Modularity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Monolith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</a:rPr>
                        <a:t>Monolith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7857"/>
                          </a:solidFill>
                        </a:rPr>
                        <a:t>Webpack 5 Micro-Frontends</a:t>
                      </a:r>
                      <a:endParaRPr lang="en-US" sz="11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GRAMINCONNECT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Roadmap &amp; Enterprise Expansion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GraminConnect • Digital Agriculture &amp; Rural Commercial Ecosystem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0" y="6583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B.Tech Final Year / IDT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7259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9144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16002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</a:rPr>
              <a:t>Computer Vision Leaf Disease Scanner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19202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Allowing farmers to capture leaf photos via mobile camera for deep-learning (CNN) disease classification.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107259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51760"/>
            <a:ext cx="9144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278892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</a:rPr>
              <a:t>Escrow Digital Token Payments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Secure UPI payment escrow for Kisan Bazar transactions with buyer confirmation before fund release.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107259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840480"/>
            <a:ext cx="9144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39776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</a:rPr>
              <a:t>Satellite NDVI &amp; Bhuvan Radar Soil Scan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42976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Integrating ISRO Bhuvan / Sentinel satellite radar feeds for real-time field greenness and moisture heatmaps.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5029200"/>
            <a:ext cx="107259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029200"/>
            <a:ext cx="9144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49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8800" y="51663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</a:rPr>
              <a:t>Multi-State Regional Dialect Expansion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28800" y="548640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Adding audio support in Marwari, Bhojpuri, Punjabi, Gujarati, and Telugu for Pan-India farmer adoption.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9445752" cy="4846320"/>
          </a:xfrm>
          <a:prstGeom prst="roundRect">
            <a:avLst/>
          </a:prstGeom>
          <a:solidFill>
            <a:srgbClr val="09484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37160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🌾 Thank You! (धन्यवाद)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219456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Empowering the backbone of India with Digital Technology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2926080"/>
            <a:ext cx="7616952" cy="219456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3108960"/>
            <a:ext cx="70683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🚀 Project Live GitHub Repository:
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https://github.com/yogeshsirohiya62-ux/GraminConnect
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💬 Questions &amp; Feedback:
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We are now open for evaluation and viva questions from respected faculty members.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GraminConnect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GraminConnect - Digital Agriculture &amp; Rural Platform</dc:title>
  <dc:subject>PptxGenJS Presentation</dc:subject>
  <dc:creator>Yogesh Sirohiya</dc:creator>
  <cp:lastModifiedBy>Yogesh Sirohiya</cp:lastModifiedBy>
  <cp:revision>1</cp:revision>
  <dcterms:created xsi:type="dcterms:W3CDTF">2026-08-24T14:28:02Z</dcterms:created>
  <dcterms:modified xsi:type="dcterms:W3CDTF">2026-08-24T14:28:02Z</dcterms:modified>
</cp:coreProperties>
</file>